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Teams lose control of
critical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4231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DC8E6"/>
                </a:solidFill>
              </a:rPr>
              <a:t>No unified view. No AI insights. No real-time command.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200400"/>
            <a:ext cx="3566160" cy="2560320"/>
          </a:xfrm>
          <a:prstGeom prst="rect">
            <a:avLst/>
          </a:prstGeom>
          <a:solidFill>
            <a:srgbClr val="1A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337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Scattered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C8E6"/>
                </a:solidFill>
              </a:rPr>
              <a:t>Records spread across spreadsheets, emails and tools.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3200400"/>
            <a:ext cx="3566160" cy="2560320"/>
          </a:xfrm>
          <a:prstGeom prst="rect">
            <a:avLst/>
          </a:prstGeom>
          <a:solidFill>
            <a:srgbClr val="1A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337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886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297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C8E6"/>
                </a:solidFill>
              </a:rPr>
              <a:t>No real-time status, no audit trail, no KPI dashboard.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3200400"/>
            <a:ext cx="3566160" cy="2560320"/>
          </a:xfrm>
          <a:prstGeom prst="rect">
            <a:avLst/>
          </a:prstGeom>
          <a:solidFill>
            <a:srgbClr val="1A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337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/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886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Manual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297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C8E6"/>
                </a:solidFill>
              </a:rPr>
              <a:t>No AI to analyse, recommend actions or generate reports.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74320"/>
            <a:ext cx="3566160" cy="2743200"/>
          </a:xfrm>
          <a:prstGeom prst="rect">
            <a:avLst/>
          </a:prstGeom>
          <a:solidFill>
            <a:srgbClr val="1A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411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38BDF8"/>
                </a:solidFill>
              </a:rPr>
              <a:t>42%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4173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DC8E6"/>
                </a:solidFill>
              </a:rPr>
              <a:t>of teams report
missed deadlines
due to poor 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7AAA"/>
                </a:solidFill>
              </a:rPr>
              <a:t>Tool-74 — Unified Command Centre  |  Team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Tool-74 — System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743200" cy="32004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2070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2743200" cy="1920240"/>
          </a:xfrm>
          <a:prstGeom prst="rect">
            <a:avLst/>
          </a:prstGeom>
          <a:noFill/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React 18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Tailwind CSS · Recharts · Axios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188720"/>
            <a:ext cx="2743200" cy="3200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2070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150876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64408" y="1508760"/>
            <a:ext cx="2743200" cy="1920240"/>
          </a:xfrm>
          <a:prstGeom prst="rect">
            <a:avLst/>
          </a:prstGeom>
          <a:noFill/>
          <a:ln w="190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600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Spring Boot 3.x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0116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JWT Auth · Redis Cache · Flyway · JPA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1188720"/>
            <a:ext cx="27432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2070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AI 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150876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8776" y="1508760"/>
            <a:ext cx="2743200" cy="1920240"/>
          </a:xfrm>
          <a:prstGeom prst="rect">
            <a:avLst/>
          </a:prstGeom>
          <a:noFill/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1600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Flask + Groq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0116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LLaMA-3.3-70b · ChromaDB RAG · Rate Limiting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53144" y="1188720"/>
            <a:ext cx="2743200" cy="3200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4584" y="12070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53144" y="150876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53144" y="1508760"/>
            <a:ext cx="2743200" cy="1920240"/>
          </a:xfrm>
          <a:prstGeom prst="rect">
            <a:avLst/>
          </a:prstGeom>
          <a:noFill/>
          <a:ln w="1905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0304" y="1600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PostgreSQL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20116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Redis 7 · Docker Compose · Flyway Migrations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40" y="2057400"/>
            <a:ext cx="201168" cy="16459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933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07608" y="2057400"/>
            <a:ext cx="201168" cy="16459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19933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51976" y="2057400"/>
            <a:ext cx="201168" cy="16459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33688" y="19933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611880"/>
            <a:ext cx="1152144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703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</a:rPr>
              <a:t>Request Flow: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023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User Login  →  JWT Token  →  React fetches via Axios  →  Spring Boot validates  →  PostgreSQL / Redis  →  AI Service (async)  →  Response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892040"/>
            <a:ext cx="2743200" cy="15544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79" y="49834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79" y="5715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Docker Services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4408" y="4892040"/>
            <a:ext cx="2743200" cy="15544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55848" y="49834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5715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AI Endpoints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08776" y="4892040"/>
            <a:ext cx="2743200" cy="15544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0216" y="49834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0216" y="5715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User Roles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53144" y="4892040"/>
            <a:ext cx="2743200" cy="15544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44584" y="49834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44584" y="5715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Seeded Records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Tool-74 — Unified Command Centre  |  Team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5 Live Scenarios — 6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3566160" cy="2011680"/>
          </a:xfrm>
          <a:prstGeom prst="rect">
            <a:avLst/>
          </a:prstGeom>
          <a:solidFill>
            <a:srgbClr val="1A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94360" cy="201168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2103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Create +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743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6"/>
                </a:solidFill>
              </a:rPr>
              <a:t>New record → AI description auto-appears → Ask AI → 3 recommendations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417320"/>
            <a:ext cx="3566160" cy="2011680"/>
          </a:xfrm>
          <a:prstGeom prst="rect">
            <a:avLst/>
          </a:prstGeom>
          <a:solidFill>
            <a:srgbClr val="1A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417320"/>
            <a:ext cx="594360" cy="2011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2103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Search &amp;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2011680"/>
            <a:ext cx="2743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6"/>
                </a:solidFill>
              </a:rPr>
              <a:t>Search by keyword → Filter by status → Date range → CSV download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417320"/>
            <a:ext cx="3566160" cy="2011680"/>
          </a:xfrm>
          <a:prstGeom prst="rect">
            <a:avLst/>
          </a:prstGeom>
          <a:solidFill>
            <a:srgbClr val="1A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594360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Dashboard &amp; Charts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011680"/>
            <a:ext cx="2743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6"/>
                </a:solidFill>
              </a:rPr>
              <a:t>4 KPI cards → BarChart by category → Monthly trend → Analytics (3 chart types)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3794760"/>
            <a:ext cx="3566160" cy="2011680"/>
          </a:xfrm>
          <a:prstGeom prst="rect">
            <a:avLst/>
          </a:prstGeom>
          <a:solidFill>
            <a:srgbClr val="1A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91640" y="3794760"/>
            <a:ext cx="594360" cy="20116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4480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Responsive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389120"/>
            <a:ext cx="2743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6"/>
                </a:solidFill>
              </a:rPr>
              <a:t>DevTools → 375px viewport → List, Detail, Dashboard all reflow cleanly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23560" y="3794760"/>
            <a:ext cx="3566160" cy="2011680"/>
          </a:xfrm>
          <a:prstGeom prst="rect">
            <a:avLst/>
          </a:prstGeom>
          <a:solidFill>
            <a:srgbClr val="1A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3794760"/>
            <a:ext cx="594360" cy="20116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4480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Edit + Audit 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389120"/>
            <a:ext cx="2743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6"/>
                </a:solidFill>
              </a:rPr>
              <a:t>Edit record → Change status → Save → Audit log shows old→new values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7AAA"/>
                </a:solidFill>
              </a:rPr>
              <a:t>Tool-74 — Unified Command Centre  |  Team 7  |  Demo Day: 9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